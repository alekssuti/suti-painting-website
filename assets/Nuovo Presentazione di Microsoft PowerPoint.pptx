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702089-FE13-78E2-1CB0-4C35117E2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44813FB-6FE4-C3E5-0FB3-03DDC4D9A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423496-FD07-097E-3AD2-1393A5606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DB6F2E-3D5E-EA87-FCE9-A9E8E96BC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7A3A1D-C7A0-7EDC-FDB7-7AB15F2A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68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7C005A-27B7-1503-5D6B-736A9D62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F184C7-50CA-964B-795A-1B01A644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5164C4-915D-49FB-ECAA-3AA7B13F3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61F017-C2A2-7536-C298-748C4283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B6697E-12B9-0972-D7AF-F53DBB600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28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C92E8-79AC-DE53-CC37-87AEFE1C2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4E528A9-2387-03C4-0255-491615EB7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390C67-018A-F024-DB72-C14CD4F4D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91F775-4DCA-FFB6-68C7-11641649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AF60C-A495-1189-2571-DC1FE52F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56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FDEA6D-F36A-C0B7-C898-DA4D5BD45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932FF1-84D5-2059-53E2-16E63AE5E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722A5E-D749-1640-577E-61CB0C1FA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CCB9060-FB8E-BB32-160A-AD682480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3AE380D-E480-3B67-A663-D54CD283F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271410F-A52F-CF35-B9D4-E16BB699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19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ABCD9E-6A39-DB63-E169-0033D3E7B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2179437-C7ED-21A8-4388-96EBECA8F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EBE61C-D0AD-14D5-ED10-6215D6E6B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7F3481A-7BB6-1582-8B7B-250A436923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D6D133C-C0FD-A419-4E85-3B4F54A8E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667B036-1AB2-388F-8E19-D708D464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8662B7F-80F8-C8A6-A5DF-CFE334E0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D912AD1-1455-0961-9E5B-BA6F898F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280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E7EF36-388F-FBCA-8636-DC63BDE2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C735317-8E35-4468-2A42-B35FA5AFD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5D227FF-7C32-514E-A527-9C235207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E90D6ED-A152-3287-5019-5DBADFE45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964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ED95BC6-9194-8D28-2BF0-48997A7A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0EF0367-4835-D302-738D-C4A33274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DE5420-F6AD-DB72-844B-55824984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4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84BDE7-DC23-8D5A-1B08-E5538353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1AC38B-4AF1-FEB1-B831-2BF460564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49F87F5-B6A7-6D71-72A0-EC9C01445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306817-721F-8123-04F8-A75D65040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9754A6D-B8E9-AB89-FE2A-22688930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92BAC06-9CA0-E6CE-9F64-60CAA62A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4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F0D60B-058A-9CCB-D25A-1569872F9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7EC8E99-766A-7D35-08B3-3AF6D527D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49CB200-7E8F-25A4-EB27-4F21DEE67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2962F13-6FE9-3B1F-242B-112177FA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7592CA8-CA68-3262-CE09-E031BDB8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E61ABC1-A06E-F2C6-B236-FE442ECE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28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B84670-BD13-58A6-E009-4BD8F7AA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1E56666-9C2D-0EAF-A1F4-0A65DC2E3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F4A65E-0360-6DF7-6A4A-72C1928EF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15631F-C186-8C20-27B9-A557437B3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2B6D87-CA30-505B-6809-40AB47DA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23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45924E3-054E-09D7-C0E4-A87543C63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77A6B53-BACC-3CAA-150D-4B1B9A7F2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724AE1-4E2E-8306-EC24-BB24C34D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9B7391-20E4-F4C0-19F2-A03BC1A84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6B41E-03F3-FB0C-F6F8-96D5BE61F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65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95DE7DF-D4FE-4C35-CEA9-B3BA31EB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B0ABDF-00AB-5640-3CD6-3EC3C529E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76C18A-C1BD-56BD-ECE7-F01B62CBB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9B3BB-B67A-42B7-8C7D-FBB1F7217AEC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8AB124A-A985-6197-51B2-51A8AE7F1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945374-DBA2-294A-7807-2F065E55E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7DE9E-779E-46C7-93CD-8038820E4D5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48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B2EFBD-F651-5E85-B7B8-6F1BCF389B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BCA3DC0-4C3B-3624-2D8C-C14D5FCC3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89B470D-6B01-6D63-0F1D-5F5D3EBE1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66" b="18222"/>
          <a:stretch>
            <a:fillRect/>
          </a:stretch>
        </p:blipFill>
        <p:spPr>
          <a:xfrm>
            <a:off x="2667000" y="1122362"/>
            <a:ext cx="6858000" cy="448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815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Aleksander Suti</dc:creator>
  <cp:lastModifiedBy>Aleksander Suti</cp:lastModifiedBy>
  <cp:revision>1</cp:revision>
  <dcterms:created xsi:type="dcterms:W3CDTF">2026-08-18T10:42:25Z</dcterms:created>
  <dcterms:modified xsi:type="dcterms:W3CDTF">2026-08-18T10:48:54Z</dcterms:modified>
</cp:coreProperties>
</file>